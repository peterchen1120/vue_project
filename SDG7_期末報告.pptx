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3716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SDG 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能源魔法島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網頁設計 期末報告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02920" y="3154680"/>
            <a:ext cx="34747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37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113403064  施駿朋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113403545  陳政煒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0" y="274320"/>
            <a:ext cx="2743200" cy="2743200"/>
          </a:xfrm>
          <a:prstGeom prst="ellipse">
            <a:avLst/>
          </a:prstGeom>
          <a:solidFill>
            <a:srgbClr val="0EA5E9">
              <a:alpha val="13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1645920"/>
            <a:ext cx="1828800" cy="1828800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566928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1338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網頁設計理念簡介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4264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設計出發點與核心概念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28800"/>
            <a:ext cx="566928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18836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SDGs 相關知識與理念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21762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使用者能學習到的知識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78608"/>
            <a:ext cx="8412480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78608"/>
            <a:ext cx="566928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7860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6334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網頁特色與互動功能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29260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島嶼地圖・測驗・新聞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2841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328416"/>
            <a:ext cx="566928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2841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33832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組員分工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36758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各成員負責項目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078224"/>
            <a:ext cx="8412480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078224"/>
            <a:ext cx="566928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7822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41330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展示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51560" y="44256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網站實際操作展示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82880"/>
            <a:ext cx="48463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EA5E9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315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網頁設計理念簡介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網頁設計理念簡介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412480" cy="3657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1261872"/>
            <a:ext cx="694944" cy="694944"/>
          </a:xfrm>
          <a:prstGeom prst="ellipse">
            <a:avLst/>
          </a:prstGeom>
          <a:solidFill>
            <a:srgbClr val="0369A1">
              <a:alpha val="85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4168" y="12618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島嶼地圖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" y="2606040"/>
            <a:ext cx="23225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以直覺的探索指南作為主視覺，賦予使用者完全的主導權，隨心所欲地漫遊六種能源島嶼，打破線性閱讀體驗。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78808" y="1261872"/>
            <a:ext cx="694944" cy="694944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78808" y="12618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數據視覺化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64992" y="2606040"/>
            <a:ext cx="23225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將龐雜的能源統計數據轉譯為直覺動態圖表，讓生硬資訊一目了然，大幅降低閱讀理解門檻。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26517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005840"/>
            <a:ext cx="265176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13448" y="1261872"/>
            <a:ext cx="694944" cy="694944"/>
          </a:xfrm>
          <a:prstGeom prst="ellipse">
            <a:avLst/>
          </a:prstGeom>
          <a:solidFill>
            <a:srgbClr val="6366F1">
              <a:alpha val="8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3448" y="12618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QUIZ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雙向互動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99632" y="2606040"/>
            <a:ext cx="23225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透過互動式小測驗與即時能源新聞，讓使用者在親身參與中了解能源知識，並即時掌握最新動態。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82880"/>
            <a:ext cx="48463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EA5E9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315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SDGs 相關知識與理念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Learn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使用者能學習到的 SDGs 知識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412480" cy="3657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 優質教育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746504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916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透過互動式測驗翻轉單向灌輸的教育模式，讓使用者在答題中釐清能源迷思、加深理解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734056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67919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透過地圖將探索主導權交還給使用者，依照個人好奇心自主閱讀圖表與深入學習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 可負擔的清潔能源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92040" y="1746504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16916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點擊六座能源島嶼，認識風力、太陽能、水力、地熱、核能、生質能的特性與轉型趨勢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92040" y="2734056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267919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透過視覺化圖表讀懂各種清潔能源的發電現況、占比及所面臨的現實挑戰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82880"/>
            <a:ext cx="48463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EA5E9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315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網頁特色與互動功能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Interactions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網頁特色與互動功能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412480" cy="3657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411480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475488" cy="1737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1848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島嶼地圖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499616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六座能源島嶼搭配精細動畫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點擊即切換至能源專屬介紹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打破傳統線性閱讀體驗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00600" y="1024128"/>
            <a:ext cx="411480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24128"/>
            <a:ext cx="47548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1848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94960" y="11155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數據視覺化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1499616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動態圖表呈現發電現況與占比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涵蓋國內外數據對比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複雜能源資訊一目了然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990088"/>
            <a:ext cx="411480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90088"/>
            <a:ext cx="475488" cy="1737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8444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QUIZ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3081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互動式測驗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465576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題隨機能源知識測驗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作答後即時顯示詳解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寓教於樂、深化學習效益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00600" y="2990088"/>
            <a:ext cx="411480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990088"/>
            <a:ext cx="47548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58444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94960" y="3081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能源相關新聞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3465576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動態串接最新能源新聞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涵蓋政策、技術突破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即時掌握全球能源動態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82880"/>
            <a:ext cx="48463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EA5E9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315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組員分工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Responsibilities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組員分工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412480" cy="3657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607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陳政煒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408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113403545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938528"/>
            <a:ext cx="9144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4708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各能源介紹頁面內容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9144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414016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各島嶼動畫設計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072384"/>
            <a:ext cx="9144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80944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互動式地圖開發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3639312"/>
            <a:ext cx="9144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54787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整體網頁美化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4206240"/>
            <a:ext cx="9144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11480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網頁整合與部署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4114800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005840"/>
            <a:ext cx="41148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0607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施駿朋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83480" y="1408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113403064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01768" y="1938528"/>
            <a:ext cx="914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4648" y="184708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首頁設計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01768" y="2505456"/>
            <a:ext cx="914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4648" y="2414016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介紹頁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01768" y="3072384"/>
            <a:ext cx="914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84648" y="2980944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互動式小測驗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01768" y="3639312"/>
            <a:ext cx="914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84648" y="354787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題庫設計與詳解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01768" y="4206240"/>
            <a:ext cx="914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84648" y="411480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能源相關新聞頁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82880"/>
            <a:ext cx="48463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EA5E9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315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展示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-82296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834640"/>
            <a:ext cx="2926080" cy="292608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謝謝大家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能源魔法島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4015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113403064 施駿朋　　113403545 陳政煒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SDG 7 能源魔法島 - 期末報告</dc:title>
  <dc:subject>PptxGenJS Presentation</dc:subject>
  <dc:creator>PptxGenJS</dc:creator>
  <cp:lastModifiedBy>PptxGenJS</cp:lastModifiedBy>
  <cp:revision>1</cp:revision>
  <dcterms:created xsi:type="dcterms:W3CDTF">2026-05-31T14:23:36Z</dcterms:created>
  <dcterms:modified xsi:type="dcterms:W3CDTF">2026-05-31T14:23:36Z</dcterms:modified>
</cp:coreProperties>
</file>